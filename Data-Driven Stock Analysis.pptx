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43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F94492D7-FD0B-8C7E-105B-6713F20B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F8FC98D3-DDB8-4227-C964-A3C3A967C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0AF9FB33-3B83-F988-29F1-5F4E013E4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5419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E5E6-7242-3255-C15C-9FB04123F3B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 t="11059" r="-1" b="3322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17F1C48-77AA-377C-01A5-3DA19D50B9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645" r="-1" b="4098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Google Shape;85;p13"/>
          <p:cNvSpPr txBox="1"/>
          <p:nvPr/>
        </p:nvSpPr>
        <p:spPr>
          <a:xfrm>
            <a:off x="838200" y="1115219"/>
            <a:ext cx="5395912" cy="238760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i="0" u="none" strike="noStrike" kern="1200" cap="none">
                <a:solidFill>
                  <a:schemeClr val="bg1"/>
                </a:solidFill>
                <a:latin typeface="+mj-lt"/>
                <a:ea typeface="+mj-ea"/>
                <a:cs typeface="+mj-cs"/>
                <a:sym typeface="Poppins"/>
              </a:rPr>
              <a:t>Data-Driven Stock Analysis</a:t>
            </a:r>
            <a:endParaRPr lang="en-US" sz="50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38200" y="3902075"/>
            <a:ext cx="5395912" cy="165576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000" b="0" i="0" u="none" strike="noStrike" kern="1200" cap="none">
                <a:solidFill>
                  <a:schemeClr val="bg1"/>
                </a:solidFill>
                <a:latin typeface="+mn-lt"/>
                <a:ea typeface="+mn-ea"/>
                <a:cs typeface="+mn-cs"/>
                <a:sym typeface="Lato"/>
              </a:rPr>
              <a:t>Organizing, Cleaning, and Visualizing Nifty 50 Market Trends</a:t>
            </a:r>
            <a:endParaRPr lang="en-US" sz="20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881312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445418" y="3214687"/>
            <a:ext cx="930116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Project Overview &amp; 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962025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62025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 provide a comprehensive analysis of Nifty 50 stocks by processing daily data, generating key performance insights, and creating interactive dashboards to help investors, analysts, and enthusiasts make informed decisions.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724650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Key Skills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Tools: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Python, Pandas, SQL, Streamlit, Power BI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Techniques: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Data Organizing, Data Cleaning, Data Visualization, Statistical Analysis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Domain: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Finance / Data Analytics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Problem Statement &amp; Key Skills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2190750" y="262413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Stock Performance Ranking: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Identify the top 10 best-performing (green) and top 10 worst-performing (red) stocks over the past year.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2190750" y="332898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Market Overview: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Provide a market summary with average stock performance and insights into the percentage of green vs. red stocks.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2190750" y="403383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Investment Insights: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Help investors quickly identify stocks with consistent growth and those with significant declines.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2190750" y="4738687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Decision Support: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Offer insights on average prices, volatility, and overall stock behavior for traders.</a:t>
            </a:r>
            <a:endParaRPr/>
          </a:p>
        </p:txBody>
      </p:sp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6717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37661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08146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78631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Business Use Cases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619750" y="2881312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825591" y="3214687"/>
            <a:ext cx="654081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Our Project Workflow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50796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1. Data ETL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71500" y="464820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Extracted data from monthly YAML files, transformed, cleaned, and loaded into a SQL database.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3343888" y="221932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2. Analysis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3407419" y="272415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Calculated key metrics: Volatility, Cumulative Returns, Sector Performance, and Correlation.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617980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3. Visualization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6243339" y="464820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Built interactive dashboards using Power BI and Streamlit to visualize insights.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9015728" y="221932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4. Delivery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9079259" y="2724150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Delivered a complete solution with clean data, scripts, and accessible dashboards.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End-to-End Process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2637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52637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438150" y="1143000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Power BI Dashboard</a:t>
            </a:r>
            <a:endParaRPr dirty="0"/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5576887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 high-level visualization of stock performance, trends, and sector-wise analysis.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6096000" y="1181514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Streamlit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Web App</a:t>
            </a:r>
            <a:endParaRPr dirty="0"/>
          </a:p>
        </p:txBody>
      </p:sp>
      <p:sp>
        <p:nvSpPr>
          <p:cNvPr id="156" name="Google Shape;156;p19"/>
          <p:cNvSpPr txBox="1"/>
          <p:nvPr/>
        </p:nvSpPr>
        <p:spPr>
          <a:xfrm>
            <a:off x="6286500" y="5576887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 real-time, interactive analysis, allowing users to select stocks and view dynamic metrics.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Project Deliverables: Interactive Dashboards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154F6C-AE6F-80DB-57A0-4DDEB5746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1514889"/>
            <a:ext cx="5334000" cy="3905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B60219-B39D-49F7-9E27-271AE88944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514889"/>
            <a:ext cx="5600700" cy="38619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1190625" y="5238750"/>
            <a:ext cx="9810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Volatility (std. deviation of daily returns) was calculated to assess risk. This chart highlights the stocks with the most price fluctuation.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Insight: Volatility Analysis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38568B-8CED-692B-B7BD-752AD0C2D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052" y="1143000"/>
            <a:ext cx="7185991" cy="38663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1209675" y="5908327"/>
            <a:ext cx="9772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Tracked cumulative returns for the top 5 performing stocks to visualize their overall performance and growth trajectory over the year.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571500" y="52104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Insight: Cumulative Return for Top 5 Stocks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77C096-CB4E-4F96-8DD0-9D5DC29A1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165" y="1208651"/>
            <a:ext cx="7700112" cy="4145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2414587" y="5238750"/>
            <a:ext cx="7362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Calculated the average yearly return for each sector to gauge market sentiment in specific industries.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Insight: Sector-wise Performance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096BBF-35DD-1DB2-97EC-D141892BD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616" y="1186242"/>
            <a:ext cx="7662765" cy="40092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Understanding Relationships</a:t>
            </a:r>
            <a:endParaRPr/>
          </a:p>
        </p:txBody>
      </p:sp>
      <p:sp>
        <p:nvSpPr>
          <p:cNvPr id="191" name="Google Shape;191;p23"/>
          <p:cNvSpPr txBox="1"/>
          <p:nvPr/>
        </p:nvSpPr>
        <p:spPr>
          <a:xfrm>
            <a:off x="571500" y="28670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correlation matrix was generated using the daily percentage change in closing prices for all stocks.</a:t>
            </a:r>
            <a:endParaRPr dirty="0"/>
          </a:p>
        </p:txBody>
      </p:sp>
      <p:sp>
        <p:nvSpPr>
          <p:cNvPr id="192" name="Google Shape;192;p23"/>
          <p:cNvSpPr txBox="1"/>
          <p:nvPr/>
        </p:nvSpPr>
        <p:spPr>
          <a:xfrm>
            <a:off x="571500" y="3552825"/>
            <a:ext cx="5286375" cy="93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heatmap visualizes the relationships between stocks.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-US" sz="1350" b="1" i="0" u="none" strike="noStrike" cap="none" dirty="0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Strong Positive (Blue/Purple):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Stocks that tend to move in tandem.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-US" sz="1350" b="1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Strong Negative (Dark Red):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Stocks that move in opposite directions.</a:t>
            </a:r>
            <a:endParaRPr dirty="0"/>
          </a:p>
        </p:txBody>
      </p:sp>
      <p:sp>
        <p:nvSpPr>
          <p:cNvPr id="193" name="Google Shape;193;p23"/>
          <p:cNvSpPr txBox="1"/>
          <p:nvPr/>
        </p:nvSpPr>
        <p:spPr>
          <a:xfrm>
            <a:off x="571500" y="44958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analysis is valuable for diversification and understanding sector-wide movements.</a:t>
            </a:r>
            <a:endParaRPr/>
          </a:p>
        </p:txBody>
      </p:sp>
      <p:pic>
        <p:nvPicPr>
          <p:cNvPr id="194" name="Google Shape;19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Insight: Stock Price Correlation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BD8C2E6C-C186-37EB-1424-BEC4C1368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descr="image.png">
            <a:extLst>
              <a:ext uri="{FF2B5EF4-FFF2-40B4-BE49-F238E27FC236}">
                <a16:creationId xmlns:a16="http://schemas.microsoft.com/office/drawing/2014/main" id="{16BE8F89-4DF4-B9AF-B447-50D33332F9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descr="image.png">
            <a:extLst>
              <a:ext uri="{FF2B5EF4-FFF2-40B4-BE49-F238E27FC236}">
                <a16:creationId xmlns:a16="http://schemas.microsoft.com/office/drawing/2014/main" id="{B3235BF2-D55A-A63E-CD20-A100A441A3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>
            <a:extLst>
              <a:ext uri="{FF2B5EF4-FFF2-40B4-BE49-F238E27FC236}">
                <a16:creationId xmlns:a16="http://schemas.microsoft.com/office/drawing/2014/main" id="{356D640D-64A0-DAC6-10A3-FF3C92F11936}"/>
              </a:ext>
            </a:extLst>
          </p:cNvPr>
          <p:cNvSpPr txBox="1"/>
          <p:nvPr/>
        </p:nvSpPr>
        <p:spPr>
          <a:xfrm>
            <a:off x="710647" y="55751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000" b="0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Insight: </a:t>
            </a:r>
            <a:r>
              <a:rPr lang="en-US" sz="3000" dirty="0">
                <a:solidFill>
                  <a:srgbClr val="F8FAFC"/>
                </a:solidFill>
                <a:latin typeface="Poppins"/>
                <a:cs typeface="Poppins"/>
              </a:rPr>
              <a:t>Top 5 Gainers and Losers by Month</a:t>
            </a:r>
            <a:endParaRPr sz="3000" dirty="0">
              <a:solidFill>
                <a:srgbClr val="F8FAFC"/>
              </a:solidFill>
              <a:latin typeface="Poppins"/>
              <a:cs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FC7637-94CA-7E85-BC21-2C08C8562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260324"/>
            <a:ext cx="5286375" cy="3311801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FE4017B-93C5-0036-02A7-BC0CC2B7A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745" y="2260324"/>
            <a:ext cx="4975123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Who Won the Month?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This chart clearly shows our 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top performers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(the long positive bars) for the month of January 2024, identifying the stocks with the strongest short-term growth.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Immediate Ranking: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It acts as an instant 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leaderboard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, letting us rank every Nifty 50 stock based on its monthly return.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Identifying Laggards: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Just as important, the negative (red) bars instantly flag the stocks that 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underperformed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and dragged the market down during January.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Momentum Check: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The chart is a </a:t>
            </a: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momentum indicator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. Strong positive returns suggest market confidence or positive news catalysts affecting those specific stocks.</a:t>
            </a:r>
          </a:p>
        </p:txBody>
      </p:sp>
    </p:spTree>
    <p:extLst>
      <p:ext uri="{BB962C8B-B14F-4D97-AF65-F5344CB8AC3E}">
        <p14:creationId xmlns:p14="http://schemas.microsoft.com/office/powerpoint/2010/main" val="3981282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 txBox="1"/>
          <p:nvPr/>
        </p:nvSpPr>
        <p:spPr>
          <a:xfrm>
            <a:off x="79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Languages &amp; Libraries</a:t>
            </a: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866775" y="41481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was the core language, supported by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Pandas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data manipulation,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Matplotlib/Seaborn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static plots, and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SQLAlchemy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database interaction.</a:t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5325903" y="2919412"/>
            <a:ext cx="15401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4676775" y="3690937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MySQL/PostgreSQL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database was used to store the clean, processed, and transformed stock data, ensuring efficient querying and data integrity.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8465820" y="291941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Visualization Tools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8486775" y="36909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Power BI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was used for the main summary dashboard, while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was implemented to create an interactive, real-time web application for dynamic analysis.</a:t>
            </a:r>
            <a:endParaRPr/>
          </a:p>
        </p:txBody>
      </p:sp>
      <p:pic>
        <p:nvPicPr>
          <p:cNvPr id="210" name="Google Shape;210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0250" y="22240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975" y="222408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Technical Stack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19" name="Google Shape;219;p25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666</Words>
  <Application>Microsoft Office PowerPoint</Application>
  <PresentationFormat>Widescreen</PresentationFormat>
  <Paragraphs>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Poppins</vt:lpstr>
      <vt:lpstr>Lato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RANGANATHAN Jeevarathinam</dc:creator>
  <cp:lastModifiedBy>RANGANATHAN Jeevarathinam</cp:lastModifiedBy>
  <cp:revision>3</cp:revision>
  <dcterms:modified xsi:type="dcterms:W3CDTF">2025-11-07T09:29:20Z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Confidential C</vt:lpwstr>
  </property>
</Properties>
</file>